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411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D700"/>
                </a:solidFill>
              </a:rPr>
              <a:t>MILAN JOSHI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33173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>
                <a:solidFill>
                  <a:srgbClr val="E6E6E6"/>
                </a:solidFill>
              </a:rPr>
              <a:t>Project Coordinator </a:t>
            </a:r>
            <a:r>
              <a:rPr lang="en-US" sz="2400" dirty="0">
                <a:solidFill>
                  <a:srgbClr val="E6E6E6"/>
                </a:solidFill>
              </a:rPr>
              <a:t>| </a:t>
            </a:r>
            <a:r>
              <a:rPr sz="2400" dirty="0">
                <a:solidFill>
                  <a:srgbClr val="E6E6E6"/>
                </a:solidFill>
              </a:rPr>
              <a:t> Life Insurance Consultant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36058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D700"/>
                </a:solidFill>
              </a:rPr>
              <a:t>PROFILE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Results‑driven professional with experience in public health</a:t>
            </a:r>
            <a:r>
              <a:rPr lang="en-US" dirty="0"/>
              <a:t> </a:t>
            </a:r>
            <a:r>
              <a:rPr dirty="0"/>
              <a:t>programs, development projects, insurance advisory, logistics </a:t>
            </a:r>
            <a:r>
              <a:rPr lang="en-US" dirty="0"/>
              <a:t> </a:t>
            </a:r>
            <a:r>
              <a:rPr dirty="0"/>
              <a:t>management and digital technologies. Experienced in coordinating</a:t>
            </a:r>
            <a:r>
              <a:rPr lang="en-US" dirty="0"/>
              <a:t> </a:t>
            </a:r>
            <a:r>
              <a:rPr dirty="0"/>
              <a:t>multi‑stakeholder initiatives and</a:t>
            </a:r>
            <a:r>
              <a:rPr lang="en-US" dirty="0"/>
              <a:t> </a:t>
            </a:r>
            <a:r>
              <a:rPr dirty="0"/>
              <a:t>delivering structured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554843"/>
            <a:ext cx="35966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D700"/>
                </a:solidFill>
              </a:rPr>
              <a:t>CORE EXPERTISE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Project &amp; Program Coordination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Insurance Advisory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Digital Marketing &amp; Web Development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Research &amp; Reporting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Logistics &amp; Operations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Strategic Planning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CRM &amp; Client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700"/>
                </a:solidFill>
              </a:rPr>
              <a:t>KEY EXPERIENCE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Life Insurance Agent – LIC Nepal (Since 2022)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Project Coordinator – BEMS Development Program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t>Project Coordinator Associate – Mission Oxygen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46425"/>
            <a:ext cx="38404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FFD700"/>
                </a:solidFill>
              </a:rPr>
              <a:t>CONTACT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Website: milanjoshi.com.np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Email: mail@milanjoshi.com.np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Phone: +977 9823267863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LinkedIn: linkedin.com/in/milanjoshi18</a:t>
            </a:r>
          </a:p>
          <a:p>
            <a:pPr>
              <a:defRPr sz="1600">
                <a:solidFill>
                  <a:srgbClr val="F0F0F0"/>
                </a:solidFill>
              </a:defRPr>
            </a:pPr>
            <a:r>
              <a:rPr dirty="0"/>
              <a:t>Location: Bhaktapur, Kathmandu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8C8C8"/>
                </a:solidFill>
              </a:rPr>
              <a:t>Public Health • Sustainable Development • Digital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Milan</cp:lastModifiedBy>
  <cp:revision>2</cp:revision>
  <dcterms:created xsi:type="dcterms:W3CDTF">2013-01-27T09:14:16Z</dcterms:created>
  <dcterms:modified xsi:type="dcterms:W3CDTF">2026-03-10T07:43:16Z</dcterms:modified>
  <cp:category/>
</cp:coreProperties>
</file>